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51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2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50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183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23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83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39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12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26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91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605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9666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640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059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690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059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3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BC84D-6B07-4D03-B7B0-3F9A36B30526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B4357-23CF-458C-94CB-5F24A7A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6793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9B73-00E5-D626-8D41-57AEFD266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259" y="938166"/>
            <a:ext cx="9448800" cy="1077447"/>
          </a:xfrm>
        </p:spPr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Customer </a:t>
            </a:r>
            <a:r>
              <a:rPr lang="en-US" b="1" dirty="0" err="1">
                <a:latin typeface="Algerian" panose="04020705040A02060702" pitchFamily="82" charset="0"/>
              </a:rPr>
              <a:t>Segmetetion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D6706-FF01-488B-EBE8-1A60ED77A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7522" y="6322142"/>
            <a:ext cx="3254477" cy="53585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Presented By : Rajesh Devanal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C5206C1B-A542-C029-85C7-527CA777F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806" y="2556388"/>
            <a:ext cx="3426542" cy="2352367"/>
          </a:xfrm>
          <a:prstGeom prst="rect">
            <a:avLst/>
          </a:prstGeom>
        </p:spPr>
      </p:pic>
      <p:pic>
        <p:nvPicPr>
          <p:cNvPr id="9" name="Graphic 8" descr="Pie chart with solid fill">
            <a:extLst>
              <a:ext uri="{FF2B5EF4-FFF2-40B4-BE49-F238E27FC236}">
                <a16:creationId xmlns:a16="http://schemas.microsoft.com/office/drawing/2014/main" id="{12858B23-9C3A-1DA5-B161-989E04946C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6439" y="2424463"/>
            <a:ext cx="2841522" cy="261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58B4C-AAB0-3367-5313-2DDFB9011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296" y="0"/>
            <a:ext cx="8610600" cy="1293028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Algerian" panose="04020705040A02060702" pitchFamily="82" charset="0"/>
              </a:rPr>
              <a:t>Dashboard</a:t>
            </a:r>
            <a:r>
              <a:rPr lang="en-US" sz="4800" dirty="0"/>
              <a:t> </a:t>
            </a:r>
            <a:endParaRPr lang="en-IN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F788D6-ECA8-383C-513B-271EEF1A1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25" y="1160206"/>
            <a:ext cx="11002297" cy="5378246"/>
          </a:xfrm>
        </p:spPr>
      </p:pic>
    </p:spTree>
    <p:extLst>
      <p:ext uri="{BB962C8B-B14F-4D97-AF65-F5344CB8AC3E}">
        <p14:creationId xmlns:p14="http://schemas.microsoft.com/office/powerpoint/2010/main" val="24397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F5AB-31DA-26D0-69B1-24EAF16F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187" y="931521"/>
            <a:ext cx="5243053" cy="1034931"/>
          </a:xfrm>
        </p:spPr>
        <p:txBody>
          <a:bodyPr>
            <a:normAutofit fontScale="90000"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Introduction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BE2918-2576-5C5E-B39A-2D6D53484D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5174" y="2299943"/>
            <a:ext cx="793571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Identifies distinct customer groups based on purchasing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Helps businesses design targeted and personalized marketing strategies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Improves decision-making for pricing, promotions, and inventory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Enhances customer satisfaction and retention through relevant offers</a:t>
            </a:r>
          </a:p>
        </p:txBody>
      </p:sp>
    </p:spTree>
    <p:extLst>
      <p:ext uri="{BB962C8B-B14F-4D97-AF65-F5344CB8AC3E}">
        <p14:creationId xmlns:p14="http://schemas.microsoft.com/office/powerpoint/2010/main" val="212367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B216-D8E9-432E-D235-F423CB6F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Algerian" panose="04020705040A02060702" pitchFamily="82" charset="0"/>
              </a:rPr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6AA458-2C30-90F3-F250-50A1C9CA25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55606" y="2397993"/>
            <a:ext cx="8610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Customer age and gender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Product category and items purchased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Purchase amount and spending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Preferred payment methods (card, cash, digital)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Seasonal shopping behavior (Spring, Summer,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Geographic location of purchases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Discount and promotional code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Frequency and consistency of purchases</a:t>
            </a:r>
          </a:p>
        </p:txBody>
      </p:sp>
    </p:spTree>
    <p:extLst>
      <p:ext uri="{BB962C8B-B14F-4D97-AF65-F5344CB8AC3E}">
        <p14:creationId xmlns:p14="http://schemas.microsoft.com/office/powerpoint/2010/main" val="3728549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F342-8A95-A1D1-9A51-6E42826F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dirty="0">
                <a:latin typeface="Algerian" panose="04020705040A02060702" pitchFamily="82" charset="0"/>
              </a:rPr>
              <a:t>Overall Business Performance</a:t>
            </a:r>
          </a:p>
        </p:txBody>
      </p:sp>
      <p:pic>
        <p:nvPicPr>
          <p:cNvPr id="11" name="Content Placeholder 10" descr="Money with solid fill">
            <a:extLst>
              <a:ext uri="{FF2B5EF4-FFF2-40B4-BE49-F238E27FC236}">
                <a16:creationId xmlns:a16="http://schemas.microsoft.com/office/drawing/2014/main" id="{CDD3DF29-F6E7-BEB6-7B80-A6CE68BFA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7781" y="1939726"/>
            <a:ext cx="914400" cy="91440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F6A2FB4-44D2-126D-EF8A-9547388F38E1}"/>
              </a:ext>
            </a:extLst>
          </p:cNvPr>
          <p:cNvSpPr/>
          <p:nvPr/>
        </p:nvSpPr>
        <p:spPr>
          <a:xfrm>
            <a:off x="2035278" y="1976596"/>
            <a:ext cx="2526890" cy="17854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18410F-B9E8-9602-E9E4-8DDF391DB11C}"/>
              </a:ext>
            </a:extLst>
          </p:cNvPr>
          <p:cNvSpPr txBox="1"/>
          <p:nvPr/>
        </p:nvSpPr>
        <p:spPr>
          <a:xfrm>
            <a:off x="2261420" y="2777180"/>
            <a:ext cx="219259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233K</a:t>
            </a:r>
          </a:p>
          <a:p>
            <a:pPr algn="ctr"/>
            <a:r>
              <a:rPr lang="en-IN" b="1" dirty="0">
                <a:solidFill>
                  <a:schemeClr val="accent3"/>
                </a:solidFill>
              </a:rPr>
              <a:t>Total revenue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1C97BD-FFAF-756F-377F-68C8FFE126E2}"/>
              </a:ext>
            </a:extLst>
          </p:cNvPr>
          <p:cNvSpPr/>
          <p:nvPr/>
        </p:nvSpPr>
        <p:spPr>
          <a:xfrm>
            <a:off x="6764594" y="2049725"/>
            <a:ext cx="2330245" cy="1785469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  <a:p>
            <a:pPr algn="ctr"/>
            <a:r>
              <a:rPr lang="en-US" sz="4000" b="1" dirty="0"/>
              <a:t>3.9K</a:t>
            </a:r>
          </a:p>
          <a:p>
            <a:pPr algn="ctr"/>
            <a:r>
              <a:rPr lang="en-IN" sz="2000" b="1" dirty="0">
                <a:solidFill>
                  <a:srgbClr val="FFC000"/>
                </a:solidFill>
              </a:rPr>
              <a:t>Sales Records</a:t>
            </a:r>
          </a:p>
        </p:txBody>
      </p:sp>
      <p:pic>
        <p:nvPicPr>
          <p:cNvPr id="16" name="Graphic 15" descr="Chat bubble with solid fill">
            <a:extLst>
              <a:ext uri="{FF2B5EF4-FFF2-40B4-BE49-F238E27FC236}">
                <a16:creationId xmlns:a16="http://schemas.microsoft.com/office/drawing/2014/main" id="{BA6F2787-A2E2-D403-6E11-D2C33660F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8328" y="2028916"/>
            <a:ext cx="1087694" cy="825209"/>
          </a:xfrm>
          <a:prstGeom prst="rect">
            <a:avLst/>
          </a:prstGeom>
        </p:spPr>
      </p:pic>
      <p:sp>
        <p:nvSpPr>
          <p:cNvPr id="21" name="Rectangle 4">
            <a:extLst>
              <a:ext uri="{FF2B5EF4-FFF2-40B4-BE49-F238E27FC236}">
                <a16:creationId xmlns:a16="http://schemas.microsoft.com/office/drawing/2014/main" id="{124D606A-A213-0E7D-3B6E-B9BFF40117F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30475" y="4304938"/>
            <a:ext cx="689241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Clothing contributes the largest share of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Accessories and Footwear show moderate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Outerwear sales are highly seasonal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Indicates strong customer demand in apparel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Highlights opportunities for category-level optimization</a:t>
            </a:r>
          </a:p>
        </p:txBody>
      </p:sp>
    </p:spTree>
    <p:extLst>
      <p:ext uri="{BB962C8B-B14F-4D97-AF65-F5344CB8AC3E}">
        <p14:creationId xmlns:p14="http://schemas.microsoft.com/office/powerpoint/2010/main" val="2677521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4FE2-CDAE-6831-BAFB-D7308431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Algerian" panose="04020705040A02060702" pitchFamily="82" charset="0"/>
              </a:rPr>
              <a:t>Discount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AE23DB-D5B7-F9E7-E0E8-AF499AE428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9193" y="2592492"/>
            <a:ext cx="87138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Target low-performing product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Clear slow-moving and seasonal 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Attract price-sensitive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Increase purchase frequency during off-season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Boost customer engagement through promotions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 short-term sales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Optimize stock management and reduce holding costs</a:t>
            </a:r>
          </a:p>
        </p:txBody>
      </p:sp>
    </p:spTree>
    <p:extLst>
      <p:ext uri="{BB962C8B-B14F-4D97-AF65-F5344CB8AC3E}">
        <p14:creationId xmlns:p14="http://schemas.microsoft.com/office/powerpoint/2010/main" val="1429776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9AE8-EB82-DFFA-E164-6003894C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Card Spending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26712A-ACC5-1E72-191C-10653DDC57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3401" y="2786989"/>
            <a:ext cx="868519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Credit and debit cards are the most preferred payment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Working professionals show higher digital payment adoption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Seasonal offers increase card-based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Urban customers prefer fast and cashless payments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Higher transaction value observed in card payments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Strong potential for bank and wallet partnerships</a:t>
            </a:r>
          </a:p>
        </p:txBody>
      </p:sp>
    </p:spTree>
    <p:extLst>
      <p:ext uri="{BB962C8B-B14F-4D97-AF65-F5344CB8AC3E}">
        <p14:creationId xmlns:p14="http://schemas.microsoft.com/office/powerpoint/2010/main" val="4203791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D509-4B6B-4F09-D67B-97FF4D10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Customer Clustering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7D8D41-9140-0816-2AAB-B8AA501D84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16510" y="2806654"/>
            <a:ext cx="732749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Unsupervised machine learning technique used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Customers grouped based on similar behavior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Features include spending, frequency, and discounts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Helps identify patterns not visible in raw data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Enables data-driven customer segmentation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Supports targeted marketing and 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14833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132C0-ED6D-2E81-07C5-89518EBE9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Customer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90463-ED45-C500-4FC3-A68849DFF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529" y="2057401"/>
            <a:ext cx="10820400" cy="4024125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High-Value Loyal Customers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Frequent purchasers with high spending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Prefer card-based payments</a:t>
            </a:r>
          </a:p>
          <a:p>
            <a:pPr marL="457200" lvl="1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Price-Sensitive Customers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Highly responsive to discounts and promo codes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Moderate purchase value</a:t>
            </a:r>
          </a:p>
          <a:p>
            <a:pPr marL="457200" lvl="1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Occasional Buyers</a:t>
            </a:r>
          </a:p>
          <a:p>
            <a:pPr lvl="1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Infrequent and irregular purchases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Lower overall spending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66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1736-52EE-895F-EC71-4BFD9DCE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219" y="764373"/>
            <a:ext cx="8939981" cy="1293028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Targeted Marketing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ADB59-34BB-7CAB-C116-8F5EB8C8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53554"/>
            <a:ext cx="10820400" cy="4024125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Loyalty Programs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Reward frequent and high-value customers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Encourage repeat purchases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Discount Campaigns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Attract price-sensitive customers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Boost sales during off-peak periods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Re-Engagement Offers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Target inactive or occasional buyers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Encourage return purchases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128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3DD5-D65A-38D3-9B40-0BE5016C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6888E-0AEC-FEF4-A044-4E2445A3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432" y="2194560"/>
            <a:ext cx="10820400" cy="4024125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Focused Discounts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Apply discounts only to low-performing categories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Reduce excess and slow-moving inventory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Increase sales efficiency and profitability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Card-Based Offers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Encourage digital and cashless payments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Target high card-usage age groups (25–44)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Improve transaction speed and customer convenience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Seasonal &amp; Personalized Marketing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Align campaigns with high-demand seasons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Deliver offers based on customer segments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435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FD65-2E58-3013-CFEB-1DC0CFB7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462889-9915-C238-C175-0868AB1D97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40975" y="2619840"/>
            <a:ext cx="762394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Enables personalized and targeted marketing strategies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Improves customer satisfaction and retention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Optimizes pricing, promotions, and inventory planning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Enhances marketing efficiency and ROI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Supports long-term strategic planning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Helps businesses gain 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3334179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F111-B8CD-BC5D-852F-8A18F652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329" y="2202425"/>
            <a:ext cx="9008807" cy="385424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>
                <a:latin typeface="Algerian" panose="04020705040A02060702" pitchFamily="82" charset="0"/>
              </a:rPr>
              <a:t>Thank You</a:t>
            </a:r>
            <a:endParaRPr lang="en-IN" sz="96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83841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60</TotalTime>
  <Words>412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Algerian</vt:lpstr>
      <vt:lpstr>Arial</vt:lpstr>
      <vt:lpstr>Cambria</vt:lpstr>
      <vt:lpstr>Century Gothic</vt:lpstr>
      <vt:lpstr>Vapor Trail</vt:lpstr>
      <vt:lpstr>Customer Segmetetion</vt:lpstr>
      <vt:lpstr>Dashboard </vt:lpstr>
      <vt:lpstr>Introduction</vt:lpstr>
      <vt:lpstr>Dataset Overview</vt:lpstr>
      <vt:lpstr>Overall Business Performance</vt:lpstr>
      <vt:lpstr>Discount Strategy</vt:lpstr>
      <vt:lpstr>Card Spending Analysis</vt:lpstr>
      <vt:lpstr>Customer Clustering</vt:lpstr>
      <vt:lpstr>Customer Segments</vt:lpstr>
      <vt:lpstr>Targeted Marketing Strategies</vt:lpstr>
      <vt:lpstr>Business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Devanal</dc:creator>
  <cp:lastModifiedBy>Rajesh Devanal</cp:lastModifiedBy>
  <cp:revision>1</cp:revision>
  <dcterms:created xsi:type="dcterms:W3CDTF">2025-12-13T11:23:05Z</dcterms:created>
  <dcterms:modified xsi:type="dcterms:W3CDTF">2025-12-13T12:23:05Z</dcterms:modified>
</cp:coreProperties>
</file>